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D15A6A-55B2-1DEA-1B1B-EA3AD89F1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06193F7-2EB8-AC7F-EA3D-7251F56F9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E4BD9E-CCF4-F42E-EA95-46C51D55A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C78D-B449-4255-A3F7-C4806755BC6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F53CC9-41E3-3B3F-A77D-84C2B9CD5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0E68AB-E57F-072B-DC15-5E4E05C0A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9DEB-623C-4696-8727-9BE5C5C54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959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F5F43-9923-BF55-7DE7-B2CC810C7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E57F78-7E9A-00BD-27C5-9CE051409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934C6C-BA64-59CF-56EA-5984CE4F0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C78D-B449-4255-A3F7-C4806755BC6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F3B76E-FD84-11A1-376B-1BE5D61C8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7A54FD-9DE4-D448-743A-D79CC801A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9DEB-623C-4696-8727-9BE5C5C54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10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EB81CE-51F1-2818-F9EC-D0808DAA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0ADDCE-8D36-0B75-8FBB-6DDFF4AD1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132686-AD3B-43B2-217C-B6E6CA8CE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C78D-B449-4255-A3F7-C4806755BC6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2CBA9F-A8F6-A961-4FE9-BB475791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6F98E9-8500-C9A3-89AA-322FDF914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9DEB-623C-4696-8727-9BE5C5C54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59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DBF8BD-E4F2-3716-057F-93F663EE5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479FD6-9923-79C5-97BC-FF481E1937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980241-1C5F-92F1-9826-CFCD2E135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F6CE44-C809-1F90-798D-3511AB92B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C78D-B449-4255-A3F7-C4806755BC6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88515D-C7B9-1417-CDFE-E0153F517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8CCDF3-95A0-9821-F476-AF2F6154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9DEB-623C-4696-8727-9BE5C5C54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260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23C379-A575-A244-44D4-38AA4FAB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B4ACBE-2033-0936-2AF0-CBA5B05F7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612775-AEEB-51FE-5E85-021EC1347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DCDD4C8-3DC7-6063-8A3D-407D2344E7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2038AD9-35B6-C098-CF48-C232397BC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D9C69D0-0C97-ED56-6977-7D8F9EBA8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C78D-B449-4255-A3F7-C4806755BC6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6B2CF1E-3DCA-831D-D695-255B90732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8D47F29-0B8A-7270-C68B-366DD3AB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9DEB-623C-4696-8727-9BE5C5C54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3259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201DEC-1640-BFB4-6FB2-EF6E381E1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97D452-89D7-FC90-5156-11E8C3781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C78D-B449-4255-A3F7-C4806755BC6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48FE2D6-21FE-229E-CF5C-C8C9BFEB1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4A30A87-3BAF-E9F0-1F49-2D60BF2F7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9DEB-623C-4696-8727-9BE5C5C54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6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751EA2D-AC4C-013C-EF15-48E65B47D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C78D-B449-4255-A3F7-C4806755BC6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1767B48-B280-6DF7-D022-0DDFB0133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5812D5-FF9D-1295-7257-FE1E84FE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9DEB-623C-4696-8727-9BE5C5C54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0764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53B77-C691-26E6-2F55-BBB6C024B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8CB9D3-DF7F-29A6-80B6-FBC4861BD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98BA92-3DB7-8416-9327-05B84F253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D21457-7490-FBFA-7BCA-C477B29CA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C78D-B449-4255-A3F7-C4806755BC6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F42A202-77CE-A6D7-503E-D411327D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0FF70D-D1B6-4521-E4B7-CF3CB6DB0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9DEB-623C-4696-8727-9BE5C5C54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789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E39688-5B9F-DC79-A00D-044E03E7A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A2241E8-09D5-7E5C-DC17-AA8B407F1A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DC0DD4-E2C8-B73B-948F-B83ABF8A1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F4D180-D9F6-CB22-844B-1A828E7B6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C78D-B449-4255-A3F7-C4806755BC6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446CD7-8153-777F-5E4D-AFBBECF2D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6829B6-54DF-E03B-C7CF-1E454BF5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9DEB-623C-4696-8727-9BE5C5C54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9311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DFF8CC-9699-7235-D2DB-37A85ACCE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AD523AB-7AC7-17E0-F984-69146405E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AC0438-23E1-8408-DD8A-08133F4C3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C78D-B449-4255-A3F7-C4806755BC6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EABAC6-4F85-EE82-5003-8963CE528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0103B1-A333-291F-5CB8-3F9741818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9DEB-623C-4696-8727-9BE5C5C54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428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5F459C9-D271-C082-8543-0CC77802F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44B49F-FA93-0FDD-4DEF-8A8B304FE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C96C67-50DC-6FC9-C460-BB2B2506C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C78D-B449-4255-A3F7-C4806755BC6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FFC0FE-9BBF-31C5-8458-BCE6F8D8C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29E2C-9EF3-EEB3-FE76-158E49624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9DEB-623C-4696-8727-9BE5C5C54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643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AEC12-D7A8-2F30-4529-8DC3DEEEE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1EB26B-CECB-8A7B-2A2B-67D7EAA7A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F7517E-6561-67DB-4138-2689FC1E4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4C78D-B449-4255-A3F7-C4806755BC6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25DC81-273B-4D3E-1FFB-15F1646F0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B9ACAE-9D5F-686E-865D-E2EC2E21EF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419DEB-623C-4696-8727-9BE5C5C54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3534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680E7C-F7B5-94C1-FC00-E781A38CE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" t="18451" r="27753" b="1482"/>
          <a:stretch>
            <a:fillRect/>
          </a:stretch>
        </p:blipFill>
        <p:spPr>
          <a:xfrm>
            <a:off x="0" y="683488"/>
            <a:ext cx="7754864" cy="549101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B6959D8-E1FA-22D5-9713-3617150C61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41" t="18451" r="29543" b="1482"/>
          <a:stretch>
            <a:fillRect/>
          </a:stretch>
        </p:blipFill>
        <p:spPr>
          <a:xfrm>
            <a:off x="7639050" y="683487"/>
            <a:ext cx="4552950" cy="54910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6F4B47-C80C-20C7-FBF2-F082C8FFDEE7}"/>
              </a:ext>
            </a:extLst>
          </p:cNvPr>
          <p:cNvSpPr txBox="1"/>
          <p:nvPr/>
        </p:nvSpPr>
        <p:spPr>
          <a:xfrm>
            <a:off x="4128654" y="0"/>
            <a:ext cx="3934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HND 550/650 </a:t>
            </a:r>
            <a:r>
              <a:rPr lang="ru-RU" sz="2000" dirty="0"/>
              <a:t>Бампер передний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2016CF-702A-B8FA-F02F-44E2DBDF7AF3}"/>
              </a:ext>
            </a:extLst>
          </p:cNvPr>
          <p:cNvSpPr txBox="1"/>
          <p:nvPr/>
        </p:nvSpPr>
        <p:spPr>
          <a:xfrm>
            <a:off x="6336146" y="683487"/>
            <a:ext cx="92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EF9850-DA36-7804-FF04-8172ABF439A3}"/>
              </a:ext>
            </a:extLst>
          </p:cNvPr>
          <p:cNvSpPr txBox="1"/>
          <p:nvPr/>
        </p:nvSpPr>
        <p:spPr>
          <a:xfrm>
            <a:off x="10788072" y="683486"/>
            <a:ext cx="92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ПОСЛЕ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0902B3-59C6-78E2-689F-6A9784761332}"/>
              </a:ext>
            </a:extLst>
          </p:cNvPr>
          <p:cNvSpPr txBox="1"/>
          <p:nvPr/>
        </p:nvSpPr>
        <p:spPr>
          <a:xfrm>
            <a:off x="9458036" y="4960033"/>
            <a:ext cx="2733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Максимально возможное уменьшение отверстия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FCC2C276-A2BB-A495-3EB4-6E5FA352D9E8}"/>
              </a:ext>
            </a:extLst>
          </p:cNvPr>
          <p:cNvCxnSpPr/>
          <p:nvPr/>
        </p:nvCxnSpPr>
        <p:spPr>
          <a:xfrm flipH="1" flipV="1">
            <a:off x="11363325" y="1657350"/>
            <a:ext cx="114300" cy="330268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571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BC13BB9-A0DC-AB69-8C91-C30B1BF23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" t="19663" r="733" b="7475"/>
          <a:stretch>
            <a:fillRect/>
          </a:stretch>
        </p:blipFill>
        <p:spPr>
          <a:xfrm>
            <a:off x="757382" y="930563"/>
            <a:ext cx="10677236" cy="4996874"/>
          </a:xfrm>
          <a:prstGeom prst="rect">
            <a:avLst/>
          </a:prstGeom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95ED1203-A418-71BE-98DA-7915EF197E25}"/>
              </a:ext>
            </a:extLst>
          </p:cNvPr>
          <p:cNvSpPr/>
          <p:nvPr/>
        </p:nvSpPr>
        <p:spPr>
          <a:xfrm>
            <a:off x="4311650" y="1384300"/>
            <a:ext cx="234950" cy="23495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D67D50E-DB1E-3D83-04FA-E901AAC9AC3A}"/>
              </a:ext>
            </a:extLst>
          </p:cNvPr>
          <p:cNvSpPr/>
          <p:nvPr/>
        </p:nvSpPr>
        <p:spPr>
          <a:xfrm>
            <a:off x="7329170" y="1330960"/>
            <a:ext cx="234950" cy="23495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BA4030-B103-9E2C-1438-EF494CDBA17D}"/>
              </a:ext>
            </a:extLst>
          </p:cNvPr>
          <p:cNvSpPr txBox="1"/>
          <p:nvPr/>
        </p:nvSpPr>
        <p:spPr>
          <a:xfrm>
            <a:off x="4128654" y="0"/>
            <a:ext cx="3934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HND 550/650 </a:t>
            </a:r>
            <a:r>
              <a:rPr lang="ru-RU" sz="2000" dirty="0"/>
              <a:t>Бампер передний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261D1F-0E69-54BE-70E7-401CE5E6A2D5}"/>
              </a:ext>
            </a:extLst>
          </p:cNvPr>
          <p:cNvSpPr txBox="1"/>
          <p:nvPr/>
        </p:nvSpPr>
        <p:spPr>
          <a:xfrm>
            <a:off x="3408361" y="400110"/>
            <a:ext cx="5375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Добавлено 2 дренажных отверстия диаметром 5 мм</a:t>
            </a:r>
          </a:p>
        </p:txBody>
      </p:sp>
    </p:spTree>
    <p:extLst>
      <p:ext uri="{BB962C8B-B14F-4D97-AF65-F5344CB8AC3E}">
        <p14:creationId xmlns:p14="http://schemas.microsoft.com/office/powerpoint/2010/main" val="2980232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6300D-BE6E-D61E-B69F-187F3D4C5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679F72-B7E3-B13D-A882-AACC8CDFEFEB}"/>
              </a:ext>
            </a:extLst>
          </p:cNvPr>
          <p:cNvSpPr txBox="1"/>
          <p:nvPr/>
        </p:nvSpPr>
        <p:spPr>
          <a:xfrm>
            <a:off x="4128654" y="0"/>
            <a:ext cx="3934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HND 550/650 </a:t>
            </a:r>
            <a:r>
              <a:rPr lang="ru-RU" sz="2000" dirty="0"/>
              <a:t>Бампер задний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9C9027-5DC3-2102-A306-EE41C6020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2" t="19444" r="35848" b="2222"/>
          <a:stretch>
            <a:fillRect/>
          </a:stretch>
        </p:blipFill>
        <p:spPr>
          <a:xfrm>
            <a:off x="0" y="742950"/>
            <a:ext cx="5581650" cy="5372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48C1E2-45AF-E257-B803-17E643731BA1}"/>
              </a:ext>
            </a:extLst>
          </p:cNvPr>
          <p:cNvSpPr txBox="1"/>
          <p:nvPr/>
        </p:nvSpPr>
        <p:spPr>
          <a:xfrm>
            <a:off x="2171700" y="5382994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Нет, возможности сделать отверстие еще меньше 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CAAE8FA-4FC7-53FB-9A36-ED701CC893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5" t="22917" r="20553" b="16945"/>
          <a:stretch>
            <a:fillRect/>
          </a:stretch>
        </p:blipFill>
        <p:spPr>
          <a:xfrm>
            <a:off x="5581651" y="1366837"/>
            <a:ext cx="6610350" cy="4124325"/>
          </a:xfrm>
          <a:prstGeom prst="rect">
            <a:avLst/>
          </a:prstGeom>
        </p:spPr>
      </p:pic>
      <p:sp>
        <p:nvSpPr>
          <p:cNvPr id="13" name="Овал 12">
            <a:extLst>
              <a:ext uri="{FF2B5EF4-FFF2-40B4-BE49-F238E27FC236}">
                <a16:creationId xmlns:a16="http://schemas.microsoft.com/office/drawing/2014/main" id="{EFFAE236-3BD3-B8AC-C42B-62C4CD349A94}"/>
              </a:ext>
            </a:extLst>
          </p:cNvPr>
          <p:cNvSpPr/>
          <p:nvPr/>
        </p:nvSpPr>
        <p:spPr>
          <a:xfrm>
            <a:off x="6426200" y="2550160"/>
            <a:ext cx="234950" cy="23495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8B33D9AA-3076-1483-2F66-EDF42330D935}"/>
              </a:ext>
            </a:extLst>
          </p:cNvPr>
          <p:cNvSpPr/>
          <p:nvPr/>
        </p:nvSpPr>
        <p:spPr>
          <a:xfrm>
            <a:off x="10625137" y="2550160"/>
            <a:ext cx="234950" cy="23495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CB598F-2746-17B3-2F23-1B1CECF7BE2E}"/>
              </a:ext>
            </a:extLst>
          </p:cNvPr>
          <p:cNvSpPr txBox="1"/>
          <p:nvPr/>
        </p:nvSpPr>
        <p:spPr>
          <a:xfrm>
            <a:off x="6199188" y="5491162"/>
            <a:ext cx="5375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Добавлено 2 дренажных отверстия диаметром 5 мм</a:t>
            </a:r>
          </a:p>
        </p:txBody>
      </p:sp>
    </p:spTree>
    <p:extLst>
      <p:ext uri="{BB962C8B-B14F-4D97-AF65-F5344CB8AC3E}">
        <p14:creationId xmlns:p14="http://schemas.microsoft.com/office/powerpoint/2010/main" val="5551377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39</Words>
  <Application>Microsoft Office PowerPoint</Application>
  <PresentationFormat>Широкоэкранный</PresentationFormat>
  <Paragraphs>9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Никита Зуев</dc:creator>
  <cp:lastModifiedBy>Никита Зуев</cp:lastModifiedBy>
  <cp:revision>4</cp:revision>
  <dcterms:created xsi:type="dcterms:W3CDTF">2025-08-20T12:29:59Z</dcterms:created>
  <dcterms:modified xsi:type="dcterms:W3CDTF">2025-08-20T12:42:24Z</dcterms:modified>
</cp:coreProperties>
</file>